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706ff1a61f4d66" /><Relationship Type="http://schemas.openxmlformats.org/officeDocument/2006/relationships/extended-properties" Target="/docProps/app.xml" Id="R09362a16dfb14c23" /><Relationship Type="http://schemas.openxmlformats.org/officeDocument/2006/relationships/officeDocument" Target="/ppt/presentation.xml" Id="R5527df7affc643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4c172e14f440be"/>
  </p:sldMasterIdLst>
  <p:notesMasterIdLst>
    <p:notesMasterId xmlns:r="http://schemas.openxmlformats.org/officeDocument/2006/relationships" r:id="R76be9e396fd64790"/>
  </p:notesMasterIdLst>
  <p:sldIdLst>
    <p:sldId xmlns:r="http://schemas.openxmlformats.org/officeDocument/2006/relationships" id="256" r:id="R637a743c8c354f91"/>
    <p:sldId xmlns:r="http://schemas.openxmlformats.org/officeDocument/2006/relationships" id="257" r:id="R47315b1e366d496c"/>
    <p:sldId xmlns:r="http://schemas.openxmlformats.org/officeDocument/2006/relationships" id="258" r:id="R54857c7739054afc"/>
    <p:sldId xmlns:r="http://schemas.openxmlformats.org/officeDocument/2006/relationships" id="259" r:id="R39d7e1654bb04444"/>
    <p:sldId xmlns:r="http://schemas.openxmlformats.org/officeDocument/2006/relationships" id="260" r:id="Ra1dcad2603154a28"/>
    <p:sldId xmlns:r="http://schemas.openxmlformats.org/officeDocument/2006/relationships" id="261" r:id="R41fdc8b4c27e45d8"/>
    <p:sldId xmlns:r="http://schemas.openxmlformats.org/officeDocument/2006/relationships" id="262" r:id="Rf239c3ec1f594421"/>
    <p:sldId xmlns:r="http://schemas.openxmlformats.org/officeDocument/2006/relationships" id="263" r:id="R7822af6c0bed42e6"/>
    <p:sldId xmlns:r="http://schemas.openxmlformats.org/officeDocument/2006/relationships" id="264" r:id="Rb7e363100f704eeb"/>
    <p:sldId xmlns:r="http://schemas.openxmlformats.org/officeDocument/2006/relationships" id="265" r:id="R43b29d4eafc048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c47cd8d88b4abc" /><Relationship Type="http://schemas.openxmlformats.org/officeDocument/2006/relationships/slideMaster" Target="/ppt/slideMasters/slideMaster1.xml" Id="Rea4c172e14f440be" /><Relationship Type="http://schemas.openxmlformats.org/officeDocument/2006/relationships/notesMaster" Target="/ppt/notesMasters/notesMaster1.xml" Id="R76be9e396fd64790" /><Relationship Type="http://schemas.openxmlformats.org/officeDocument/2006/relationships/presProps" Target="/ppt/presProps.xml" Id="R10d76abb75f6496b" /><Relationship Type="http://schemas.openxmlformats.org/officeDocument/2006/relationships/tableStyles" Target="/ppt/tableStyles.xml" Id="R10e5eb109e6d4bee" /><Relationship Type="http://schemas.openxmlformats.org/officeDocument/2006/relationships/slide" Target="/ppt/slides/slide1.xml" Id="R637a743c8c354f91" /><Relationship Type="http://schemas.openxmlformats.org/officeDocument/2006/relationships/slide" Target="/ppt/slides/slide2.xml" Id="R47315b1e366d496c" /><Relationship Type="http://schemas.openxmlformats.org/officeDocument/2006/relationships/slide" Target="/ppt/slides/slide3.xml" Id="R54857c7739054afc" /><Relationship Type="http://schemas.openxmlformats.org/officeDocument/2006/relationships/slide" Target="/ppt/slides/slide4.xml" Id="R39d7e1654bb04444" /><Relationship Type="http://schemas.openxmlformats.org/officeDocument/2006/relationships/slide" Target="/ppt/slides/slide5.xml" Id="Ra1dcad2603154a28" /><Relationship Type="http://schemas.openxmlformats.org/officeDocument/2006/relationships/slide" Target="/ppt/slides/slide6.xml" Id="R41fdc8b4c27e45d8" /><Relationship Type="http://schemas.openxmlformats.org/officeDocument/2006/relationships/slide" Target="/ppt/slides/slide7.xml" Id="Rf239c3ec1f594421" /><Relationship Type="http://schemas.openxmlformats.org/officeDocument/2006/relationships/slide" Target="/ppt/slides/slide8.xml" Id="R7822af6c0bed42e6" /><Relationship Type="http://schemas.openxmlformats.org/officeDocument/2006/relationships/slide" Target="/ppt/slides/slide9.xml" Id="Rb7e363100f704eeb" /><Relationship Type="http://schemas.openxmlformats.org/officeDocument/2006/relationships/slide" Target="/ppt/slides/slide10.xml" Id="R43b29d4eafc048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3a4a027a0c41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25f848246d4914" /><Relationship Type="http://schemas.openxmlformats.org/officeDocument/2006/relationships/notesMaster" Target="/ppt/notesMasters/notesMaster1.xml" Id="R6543f491357f4a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924e4f4ae5482d" /><Relationship Type="http://schemas.openxmlformats.org/officeDocument/2006/relationships/notesMaster" Target="/ppt/notesMasters/notesMaster1.xml" Id="Red54e48ef53849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8c97198e9e4d76" /><Relationship Type="http://schemas.openxmlformats.org/officeDocument/2006/relationships/notesMaster" Target="/ppt/notesMasters/notesMaster1.xml" Id="Re8831cbb16bb4d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ad699561a04775" /><Relationship Type="http://schemas.openxmlformats.org/officeDocument/2006/relationships/notesMaster" Target="/ppt/notesMasters/notesMaster1.xml" Id="R9304af8b840c43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a77376291f45d5" /><Relationship Type="http://schemas.openxmlformats.org/officeDocument/2006/relationships/notesMaster" Target="/ppt/notesMasters/notesMaster1.xml" Id="R5769ca3ffb4a47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3c60eeb7dd486e" /><Relationship Type="http://schemas.openxmlformats.org/officeDocument/2006/relationships/notesMaster" Target="/ppt/notesMasters/notesMaster1.xml" Id="R5473c042c7274b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e4e99e2361467c" /><Relationship Type="http://schemas.openxmlformats.org/officeDocument/2006/relationships/notesMaster" Target="/ppt/notesMasters/notesMaster1.xml" Id="R26999248f88148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d73ad0a9444925" /><Relationship Type="http://schemas.openxmlformats.org/officeDocument/2006/relationships/notesMaster" Target="/ppt/notesMasters/notesMaster1.xml" Id="R15702daee0a14b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c87137ecf74b1c" /><Relationship Type="http://schemas.openxmlformats.org/officeDocument/2006/relationships/notesMaster" Target="/ppt/notesMasters/notesMaster1.xml" Id="R1dae398b4f5a46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a01c6eb0034dfd" /><Relationship Type="http://schemas.openxmlformats.org/officeDocument/2006/relationships/notesMaster" Target="/ppt/notesMasters/notesMaster1.xml" Id="R2cf803faefc046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보고서 docs/45_구현결과_보고서.md 기준. 최종 제출 전 팀 검토용이다.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서비스 화면과 대표 코스의 기능 범위를 소개한다. 실제 학생의 교육 효과를 검증했다는 뜻은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https://www.khs.go.kr/ , https://whc.unesco.org/en/list/xml/ . 권한 미확인 원문은 기존 제한을 유지한다. 무료 공개 보충 기록은 기존 25개 전체의 허가를 대체하지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구현: agents/learning.py 및 agent_discovery_service.py. 해외 검색과 신편 한국사 제목 검색 도구를 제공한다. 역사 검색은 제목과 공식 원문 링크이며 본문 AI 설명이 아니다. UNESCO 본문도 AI로 전송하지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Gemini 표본에서 긍정·부정·변경, 오개념, 이유 부족을 확인했다. 추측 표현을 잃은 설명을 거부하도록 보강한 뒤 실제 재검사했다. 전문가 최종 승인과 별개다.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이미지: 직접 개발한 CultureBridge 설정 화면. outputs/unified-design-20261021/settings-page.png. 추가된 /history-search는 인물·사건 제목을 실제 검색한다. 본문 바로가기 첫 Tab 초점과 업데이트 확인 창 Tab·Escape 취소, 320px 화면의 가로 넘침을 확인했다. 실제 브라우저 확대·기기 사용성은 별도다.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docs/44_WBS_잔여작업_실행근거.md 및 docs/47_검색_접근성_웹기능_정합성_점검.md. 합성 경로 검사는 실제 학생 수업이나 학습 효과의 검증이 아니다. JS 이벤트는 테스트 대역에서 검사했으며 실제 음성·휴대전화 설치와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check_restored_service.py의 별도 복구 검사 결과. 다른 PC 설치와 실제 기기 검사는 포함하지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WBS의 완료는 작업별 증거 범위에 한정한다. 표준국어대사전 실제 키 등록·정상 응답도 사용자 확인이 남아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상세 대본: docs/46_발표와_시연_대본.md. 실제 Gemini 호출은 여유가 있을 때만 실행하고 실패를 성공으로 소개하지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5f389f7e743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8d9c207ee45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e70c094f0c42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c216cce07841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f9d747ec9469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49de70eda49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5DBBA4-31B1-468E-942E-AD6C10A967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B0101FB-CF66-4871-84B7-C7EE8B09E2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9E2DC86-762C-4DA3-8332-D960425863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778130-F873-41FE-8F7D-CC7A2C8379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73BFACA-B8FF-4D17-97F8-415BB1087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A839E4-7964-4751-BF1D-F274C70C33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B10B001-414C-47FB-ACE5-C063D591D5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0B7E6BE-8848-46DC-B33C-BE0E3243B9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C0F15A-7F28-4857-BBC7-174F642A72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73F0D5-47D2-4051-9B13-515C1471FE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8bcb2c070544e7" /><Relationship Type="http://schemas.openxmlformats.org/officeDocument/2006/relationships/slideLayout" Target="/ppt/slideLayouts/slideLayout1.xml" Id="R668f941a383b4473" /><Relationship Type="http://schemas.openxmlformats.org/officeDocument/2006/relationships/slideLayout" Target="/ppt/slideLayouts/slideLayout2.xml" Id="Rdbae5e10c5d44ee9" /><Relationship Type="http://schemas.openxmlformats.org/officeDocument/2006/relationships/slideLayout" Target="/ppt/slideLayouts/slideLayout3.xml" Id="Rca100e41da2f43d2" /><Relationship Type="http://schemas.openxmlformats.org/officeDocument/2006/relationships/slideLayout" Target="/ppt/slideLayouts/slideLayout4.xml" Id="Rf395035f756b4740" /><Relationship Type="http://schemas.openxmlformats.org/officeDocument/2006/relationships/slideLayout" Target="/ppt/slideLayouts/slideLayout5.xml" Id="R5b9738c649ba46a3" /><Relationship Type="http://schemas.openxmlformats.org/officeDocument/2006/relationships/slideLayout" Target="/ppt/slideLayouts/slideLayout6.xml" Id="Rbb114d487b804d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8f941a383b4473"/>
    <p:sldLayoutId xmlns:r="http://schemas.openxmlformats.org/officeDocument/2006/relationships" id="2147483650" r:id="Rdbae5e10c5d44ee9"/>
    <p:sldLayoutId xmlns:r="http://schemas.openxmlformats.org/officeDocument/2006/relationships" id="2147483651" r:id="Rca100e41da2f43d2"/>
    <p:sldLayoutId xmlns:r="http://schemas.openxmlformats.org/officeDocument/2006/relationships" id="2147483652" r:id="Rf395035f756b4740"/>
    <p:sldLayoutId xmlns:r="http://schemas.openxmlformats.org/officeDocument/2006/relationships" id="2147483653" r:id="R5b9738c649ba46a3"/>
    <p:sldLayoutId xmlns:r="http://schemas.openxmlformats.org/officeDocument/2006/relationships" id="2147483654" r:id="Rbb114d487b804d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cd0057dc394d8f" /><Relationship Type="http://schemas.openxmlformats.org/officeDocument/2006/relationships/notesSlide" Target="/ppt/notesSlides/notesSlide1.xml" Id="Rbebd0031abce42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ccf1cfea74896" /><Relationship Type="http://schemas.openxmlformats.org/officeDocument/2006/relationships/notesSlide" Target="/ppt/notesSlides/notesSlide2.xml" Id="R151bfa0d4a1041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e145b4e5c24429" /><Relationship Type="http://schemas.openxmlformats.org/officeDocument/2006/relationships/notesSlide" Target="/ppt/notesSlides/notesSlide3.xml" Id="R4a050563c2c142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70f5c027724ab1" /><Relationship Type="http://schemas.openxmlformats.org/officeDocument/2006/relationships/notesSlide" Target="/ppt/notesSlides/notesSlide4.xml" Id="R38e3886f958548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1690e8105e4e45" /><Relationship Type="http://schemas.openxmlformats.org/officeDocument/2006/relationships/notesSlide" Target="/ppt/notesSlides/notesSlide5.xml" Id="R80346d7a82cf46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b2c2b18c1d48b0" /><Relationship Type="http://schemas.openxmlformats.org/officeDocument/2006/relationships/image" Target="/ppt/media/image.jpeg" Id="R0bdf2043394e4bf9" /><Relationship Type="http://schemas.openxmlformats.org/officeDocument/2006/relationships/notesSlide" Target="/ppt/notesSlides/notesSlide6.xml" Id="Rd68ec35b523049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16545ca186468d" /><Relationship Type="http://schemas.openxmlformats.org/officeDocument/2006/relationships/notesSlide" Target="/ppt/notesSlides/notesSlide7.xml" Id="R7d50538a096d45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d88f41913543db" /><Relationship Type="http://schemas.openxmlformats.org/officeDocument/2006/relationships/notesSlide" Target="/ppt/notesSlides/notesSlide8.xml" Id="Rc98f6d2cfce34b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916b2d232c412b" /><Relationship Type="http://schemas.openxmlformats.org/officeDocument/2006/relationships/notesSlide" Target="/ppt/notesSlides/notesSlide9.xml" Id="R3c83211b5b494b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2a91ccabdb44e9" /><Relationship Type="http://schemas.openxmlformats.org/officeDocument/2006/relationships/notesSlide" Target="/ppt/notesSlides/notesSlide10.xml" Id="Rc4df79a8787c4c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8B43D-2C8E-4B16-AAAF-AA80536D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89CC6-86B3-40ED-8782-B7554A02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322C-E1F0-4B2E-B57C-2F1B75AF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공식 자료로 함께 배우는 문화유산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044CB-4E0C-41B4-BA29-65521045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구현 결과와 남은 확인 항목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E481C-9F00-449E-86CB-867F6FAA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한국폴리텍대학 인천캠퍼스 컴퓨터공학과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A8E20-0E4A-4585-B33B-89462C82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AI Agent 수업   김상엽   2026.10.23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BA1FA-7588-45F6-9D1F-4AA4F452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32816-66FC-4F74-BF56-E38E01FF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70797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339D5-FB57-48AF-BAAB-38C7A59B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4D349-51C5-48B4-90E8-51F84A65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문화유산을 비교하며 배우는 수업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16919-022E-4ECA-A05F-53474921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검색에서 복습까지 이어지는 학습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13CA6-8933-4A20-8FD3-101E429D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한국어 이름으로 유산을 찾고 공식 설명을 읽습니다.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43B8A-0385-46F8-BD2D-15F79B59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시대·구조·재료·종교적 배경을 근거로 비교합니다.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E0F82-021E-4517-94C8-B524BEC9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대화와 퀴즈에서 이해를 확인하고 부족한 내용을 복습합니다.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21CED-3E07-4096-A9FC-F0C6C7A1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AD9EBE-3752-4F7F-B15F-5CF150DB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94746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BEEC5-9797-4210-9B64-8A860B56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F6128-3E1F-4CA1-A2E4-B11C3C64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자료마다 역할과 이용 범위가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8849B-CA70-42C6-AC7E-252C2556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공식 자료와 권리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B6C0D-0109-4E86-8F76-0B14467A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국가유산청: 검색·상세 설명·위치 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3E7BC-386C-4B5F-A58F-509E32E4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UNESCO: 세계유산 목록과 공식 상세 링크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83C9C-22BA-4FA5-A4B9-15F7839F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해외 개별 유산 25개: 대상 범위와 근거를 검토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DE8D4-7ECC-46E7-9AFA-67C976E5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연결 성공과 번역·AI 처리·재배포 허가는 별도 관리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EE366-F7F3-4575-BE9E-1DD415CD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000AF-43D7-4103-9456-145E8122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1005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F139C-33F9-4705-888E-3B2E3C93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716BE-6679-4AB6-82C7-31AE90DE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질문에 따라 자료를 찾는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FDB1D-7622-4719-BD05-223914FF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실행 범위를 제한한 자율 탐구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0356F-AE35-4E4C-8F7C-4AD73DDA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질문과 학습 상태를 보고 사용할 도구를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889B3-2A13-4676-AA9D-17EB7BD8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검색 결과의 등록 자료를 읽고 근거 부족 시 다시 탐색합니다.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FFC8C-890F-4D81-A525-2F53225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호출 수·실행 시간·중복 행동에 한도를 둡니다.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6849F-C3FB-4EA2-B4FA-E8F3659E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근거가 없거나 이용 조건이 맞지 않으면 판단을 보류합니다.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820BA-9106-4575-9C9E-CCD63E3E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56D2B-F8D7-4DB2-ACB3-2353EEA2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74029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D7F05-F818-4BD8-A5FD-6D15BE8D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75F51-7EF0-4FFD-8BF0-D93E3353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학습자에 맞춘 설명과 다음 활동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721F5-44A5-48D0-9963-F5D7CC9E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원문 사실과 불확실성 보존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368BD-F2A7-4794-A1AD-7F25E1DB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대화에서 관심·목표를 추정하고 변경·부정을 반영합니다.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5457A-3FFE-4C40-8FCB-8D4AB04B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초급·중급·고급과 설명 방식에 맞춰 읽기를 돕습니다.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1DF6C-D7D0-4921-892A-19F2779D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답과 이유를 함께 보고 보충 설명·다른 문제를 선택합니다.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C63EA-861C-4766-930A-81CB44BF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추측 연대를 확정 사실로 바꾸지 않도록 검사합니다.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AAC72-6BE3-41C7-BEFB-9E5A1298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20CFE0-50F5-4FAE-AA2C-4F3BBCFD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349085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61102-5F46-4FC8-B2D8-AFBBDF0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F73D6-E9DE-49C8-AF38-BE9B837B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서비스 화면과 설정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0ECDD-E3B2-495C-AF50-7E98C5C2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학습에 집중할 수 있는 화면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66540-12D8-4BA8-8D7A-2DCFB862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447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공통 탐색과 역사 친화적인 색을 유지했습니다.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ADD20-27B5-4FCE-922B-CD51D185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47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설명 방식은 설정, 관심·목표는 나의 학습에서 관리합니다.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290A7-6146-48D7-9EFE-BAA3D267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47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검색 결과와 비교로 돌아갈 때 학습 조건을 유지합니다.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8A40D-E30F-4264-B2D1-40BFE2947C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f2043394e4bf9"/>
          <a:stretch xmlns:a="http://schemas.openxmlformats.org/drawingml/2006/main"/>
        </p:blipFill>
        <p:spPr>
          <a:xfrm xmlns:a="http://schemas.openxmlformats.org/drawingml/2006/main">
            <a:off x="7729444" y="2724150"/>
            <a:ext cx="1495613" cy="3238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873C94-9339-4604-9D0B-621AB36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BA31A-7D32-40EE-B7F1-D0774E1B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896485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03CA2-80A1-4F6F-8018-A28DD62B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9ED82-F304-4E8E-BD1F-5BDF59CD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자동 검사와 실제 응답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7477B-5013-4306-8387-758B9C5C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기능 검사와 교육 효과를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5CEFE-AF96-40D9-B213-651F2075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Python 3.12·3.13: 환경별 자동 검사 687개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0730A-9AD1-42FA-8C20-3C71E8AD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25개 새 원문 연결과 3수준 75개 설명의 원문 보존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1C932-41DB-4113-949B-384F3372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5개 코스 × 3수준: 비교·채점·오답 복습 15개 경로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53029-177C-4CBF-818D-F51560C0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Gemini: 제한된 실제 사례 확인, 503 실패 기록도 보존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44A32-ECF7-4D2F-A540-26B097C7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FB65E-AD3E-40FA-8011-967A662F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7258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7CA3F-CEA6-41E4-98B8-64D23EAF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0DCB7-1ACC-4276-984F-B0600832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기록과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49DCB-D47A-4B4A-9CFD-813631E9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운영 DB를 바꾸지 않은 복원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E0893-F1E5-404B-A50B-781A5221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새 백업을 별도 DB로 복원했습니다.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02711E-2296-4D71-94CA-BFC5EE61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32개 테이블 행 수 일치와 무결성·외래키 검사를 확인했습니다.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58745-E4DF-47FF-9672-0A6DCC03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복구한 환경에서 주요 화면 6곳이 정상 응답했습니다.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3C7D0-DBDA-435D-AFC8-2DBB5AC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키·개인 기록·원문 진단 파일은 공개 저장소에서 제외합니다.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5967E-7D00-4D75-AB3C-382F028A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306D3-6F9B-46B4-9520-316EB6D4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685370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00B66-A492-4725-B59A-867155B1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4A33D-7935-4C60-B03D-CFA74DAE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남은 확인과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2B9EB-60C8-422E-B93C-0423FA0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완료 근거가 없는 항목은 그대로 남깁니다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9200D-1E1D-4B1A-94BE-73C88651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기관 이용 허가 회신과 역사 전문가의 최종 검수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BF863-7F24-4587-AC47-15757F90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실제 안드로이드 음성·권한·설치 및 다른 PC 실행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B3ACD-DC6B-47FB-8C3C-41D09425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학생 수업의 난도·추천·복습 경험과 실제 사용성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9C5C57-178D-455A-B476-7558696B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한국사 외 자료·본문 학습 확대와 최종 팀 검토·제출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0D27A-5964-4AE7-84C0-9BAA9D97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DE2FD-CBB2-4770-B0CD-C28ED0F5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80516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F592E-1DEA-4449-9F96-0377D09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CULTUREBRIDGE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7A031-6515-4C92-BC53-D8023D95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시연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33113-DB61-4F26-8922-70351BC9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검색에서 학습 기록까지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C26F6-589A-47F1-AFC8-972B74B5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불국사 검색과 다보탑 수준별 설명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8D1BC-0D9E-4065-AF20-9DDE7E11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해외 비교 대상 선택과 양쪽 근거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37B2E-135C-4ADF-AC7A-43F9A00C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퀴즈 오답의 해설·복습과 나의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AB3A5-2FFD-470A-A6FA-7A63105C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33D38"/>
                </a:solidFill>
                <a:latin typeface="Malgun Gothic"/>
                <a:ea typeface="Malgun Gothic"/>
                <a:cs typeface="Malgun Gothic"/>
              </a:rPr>
              <a:t>실패 시 저장 결과·공식 원문 안내로 전환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EC418-27CC-41EB-BACC-B02F5B1E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2026.10.23  구현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F9623-250A-43C7-A21F-906774D9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286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9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883143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2026-10-23T10:54:21.0690000Z</dcterms:created>
  <dcterms:modified xsi:type="dcterms:W3CDTF">2026-10-23T10:54:21.0690000Z</dcterms:modified>
</coreProperties>
</file>